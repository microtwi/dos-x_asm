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76A90C-07D5-4705-9D4B-2096527FA84C}" v="47" dt="2025-11-04T14:19:11.5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26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5D041CC5-262E-446D-AF21-99BE0074D95F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81ADE102-5223-4ACD-83CD-EDDF3AEB6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112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41CC5-262E-446D-AF21-99BE0074D95F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DE102-5223-4ACD-83CD-EDDF3AEB6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394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D041CC5-262E-446D-AF21-99BE0074D95F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1ADE102-5223-4ACD-83CD-EDDF3AEB6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580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41CC5-262E-446D-AF21-99BE0074D95F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DE102-5223-4ACD-83CD-EDDF3AEB6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733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41CC5-262E-446D-AF21-99BE0074D95F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DE102-5223-4ACD-83CD-EDDF3AEB6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831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41CC5-262E-446D-AF21-99BE0074D95F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DE102-5223-4ACD-83CD-EDDF3AEB6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193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41CC5-262E-446D-AF21-99BE0074D95F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DE102-5223-4ACD-83CD-EDDF3AEB6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891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41CC5-262E-446D-AF21-99BE0074D95F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DE102-5223-4ACD-83CD-EDDF3AEB6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152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41CC5-262E-446D-AF21-99BE0074D95F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DE102-5223-4ACD-83CD-EDDF3AEB6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069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ine panoramică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41CC5-262E-446D-AF21-99BE0074D95F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DE102-5223-4ACD-83CD-EDDF3AEB6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763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u și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D041CC5-262E-446D-AF21-99BE0074D95F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1ADE102-5223-4ACD-83CD-EDDF3AEB6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583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D041CC5-262E-446D-AF21-99BE0074D95F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1ADE102-5223-4ACD-83CD-EDDF3AEB6D5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587071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e de vizit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D041CC5-262E-446D-AF21-99BE0074D95F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1ADE102-5223-4ACD-83CD-EDDF3AEB6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4061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a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41CC5-262E-446D-AF21-99BE0074D95F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DE102-5223-4ACD-83CD-EDDF3AEB6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584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oană cu trei i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41CC5-262E-446D-AF21-99BE0074D95F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DE102-5223-4ACD-83CD-EDDF3AEB6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7063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41CC5-262E-446D-AF21-99BE0074D95F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DE102-5223-4ACD-83CD-EDDF3AEB6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5250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D041CC5-262E-446D-AF21-99BE0074D95F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1ADE102-5223-4ACD-83CD-EDDF3AEB6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964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041CC5-262E-446D-AF21-99BE0074D95F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DE102-5223-4ACD-83CD-EDDF3AEB6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164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5FF02E91-BD6E-3888-6443-12919EED07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2D Drawing Program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5953A5F0-AFAC-0C68-B342-C4BD3CE40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2719438"/>
          </a:xfrm>
        </p:spPr>
        <p:txBody>
          <a:bodyPr>
            <a:normAutofit/>
          </a:bodyPr>
          <a:lstStyle/>
          <a:p>
            <a:r>
              <a:rPr lang="en-US" dirty="0" err="1"/>
              <a:t>Realizat</a:t>
            </a:r>
            <a:r>
              <a:rPr lang="en-US" dirty="0"/>
              <a:t> de: </a:t>
            </a:r>
            <a:r>
              <a:rPr lang="en-US" dirty="0" err="1"/>
              <a:t>Milchiș</a:t>
            </a:r>
            <a:r>
              <a:rPr lang="en-US" dirty="0"/>
              <a:t> Cătălin-Marian</a:t>
            </a:r>
          </a:p>
          <a:p>
            <a:r>
              <a:rPr lang="en-US" dirty="0"/>
              <a:t>                      </a:t>
            </a:r>
            <a:r>
              <a:rPr lang="en-US" dirty="0" err="1"/>
              <a:t>Vâlceanu</a:t>
            </a:r>
            <a:r>
              <a:rPr lang="en-US" dirty="0"/>
              <a:t>  Bogdan-Marius</a:t>
            </a:r>
          </a:p>
          <a:p>
            <a:r>
              <a:rPr lang="en-US" dirty="0"/>
              <a:t>	         Niţu Delia-Elena</a:t>
            </a:r>
          </a:p>
          <a:p>
            <a:r>
              <a:rPr lang="en-US" dirty="0"/>
              <a:t>                      </a:t>
            </a:r>
            <a:r>
              <a:rPr lang="en-US" dirty="0" err="1"/>
              <a:t>Petoi</a:t>
            </a:r>
            <a:r>
              <a:rPr lang="en-US" dirty="0"/>
              <a:t> Mihaela</a:t>
            </a:r>
          </a:p>
          <a:p>
            <a:br>
              <a:rPr lang="en-US" dirty="0"/>
            </a:br>
            <a:r>
              <a:rPr lang="en-US" dirty="0" err="1"/>
              <a:t>Specializarea</a:t>
            </a:r>
            <a:r>
              <a:rPr lang="en-US" dirty="0"/>
              <a:t>: </a:t>
            </a:r>
            <a:r>
              <a:rPr lang="en-US" dirty="0" err="1"/>
              <a:t>Tehnologii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Sisteme</a:t>
            </a:r>
            <a:r>
              <a:rPr lang="en-US" dirty="0"/>
              <a:t> de </a:t>
            </a:r>
            <a:r>
              <a:rPr lang="en-US" dirty="0" err="1"/>
              <a:t>Telecomunicații</a:t>
            </a:r>
            <a:endParaRPr lang="en-US" dirty="0"/>
          </a:p>
        </p:txBody>
      </p:sp>
      <p:pic>
        <p:nvPicPr>
          <p:cNvPr id="5" name="Imagine 4" descr="O imagine care conține captură de ecran, afișaj, Dreptunghi, Software multimedia&#10;&#10;Conținutul generat de inteligența artificială poate fi incorect.">
            <a:extLst>
              <a:ext uri="{FF2B5EF4-FFF2-40B4-BE49-F238E27FC236}">
                <a16:creationId xmlns:a16="http://schemas.microsoft.com/office/drawing/2014/main" id="{AD823F1C-BF5F-35F1-F542-D4E65A58C3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62" t="28305" r="55383" b="39502"/>
          <a:stretch>
            <a:fillRect/>
          </a:stretch>
        </p:blipFill>
        <p:spPr>
          <a:xfrm>
            <a:off x="9144000" y="749995"/>
            <a:ext cx="2682240" cy="210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2754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96FB6A16-E88E-16BF-E879-A6FD6987F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707923"/>
            <a:ext cx="10820400" cy="60271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dirty="0"/>
              <a:t> </a:t>
            </a:r>
            <a:r>
              <a:rPr lang="en-US" sz="5400" b="1" dirty="0" err="1"/>
              <a:t>Ideea</a:t>
            </a:r>
            <a:r>
              <a:rPr lang="en-US" sz="5400" b="1" dirty="0"/>
              <a:t> </a:t>
            </a:r>
            <a:r>
              <a:rPr lang="en-US" sz="5400" b="1" dirty="0" err="1"/>
              <a:t>și</a:t>
            </a:r>
            <a:r>
              <a:rPr lang="en-US" sz="5400" b="1" dirty="0"/>
              <a:t> </a:t>
            </a:r>
            <a:r>
              <a:rPr lang="en-US" sz="5400" b="1" dirty="0" err="1"/>
              <a:t>scopul</a:t>
            </a:r>
            <a:r>
              <a:rPr lang="en-US" sz="5400" b="1" dirty="0"/>
              <a:t> </a:t>
            </a:r>
            <a:r>
              <a:rPr lang="en-US" sz="5400" b="1" dirty="0" err="1"/>
              <a:t>proiectului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             </a:t>
            </a:r>
            <a:r>
              <a:rPr lang="en-US" b="1" dirty="0" err="1"/>
              <a:t>Scopul</a:t>
            </a:r>
            <a:r>
              <a:rPr lang="en-US" b="1" dirty="0"/>
              <a:t>: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Realizare</a:t>
            </a:r>
            <a:r>
              <a:rPr lang="en-US" dirty="0"/>
              <a:t> </a:t>
            </a:r>
            <a:r>
              <a:rPr lang="en-US" dirty="0" err="1"/>
              <a:t>grafica</a:t>
            </a:r>
            <a:r>
              <a:rPr lang="en-US" dirty="0"/>
              <a:t> pe </a:t>
            </a:r>
            <a:r>
              <a:rPr lang="en-US" dirty="0" err="1"/>
              <a:t>ecran</a:t>
            </a:r>
            <a:r>
              <a:rPr lang="en-US" dirty="0"/>
              <a:t> </a:t>
            </a:r>
            <a:r>
              <a:rPr lang="en-US" dirty="0" err="1"/>
              <a:t>lucrând</a:t>
            </a:r>
            <a:r>
              <a:rPr lang="en-US" dirty="0"/>
              <a:t> direct cu hardware-ul.</a:t>
            </a:r>
          </a:p>
          <a:p>
            <a:pPr marL="0" indent="0">
              <a:buNone/>
            </a:pPr>
            <a:r>
              <a:rPr lang="en-US" dirty="0"/>
              <a:t>	 </a:t>
            </a:r>
            <a:r>
              <a:rPr lang="en-US" b="1" dirty="0" err="1"/>
              <a:t>Obiective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 err="1"/>
              <a:t>Utilizarea</a:t>
            </a:r>
            <a:r>
              <a:rPr lang="en-US" dirty="0"/>
              <a:t> </a:t>
            </a:r>
            <a:r>
              <a:rPr lang="en-US" dirty="0" err="1"/>
              <a:t>întreruperilor</a:t>
            </a:r>
            <a:r>
              <a:rPr lang="en-US" dirty="0"/>
              <a:t> video (INT 10h)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desen</a:t>
            </a:r>
            <a:r>
              <a:rPr lang="en-US" dirty="0"/>
              <a:t>.</a:t>
            </a:r>
          </a:p>
          <a:p>
            <a:r>
              <a:rPr lang="en-US" dirty="0" err="1"/>
              <a:t>Crearea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meniu</a:t>
            </a:r>
            <a:r>
              <a:rPr lang="en-US" dirty="0"/>
              <a:t> </a:t>
            </a:r>
            <a:r>
              <a:rPr lang="en-US" dirty="0" err="1"/>
              <a:t>interactiv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utilizator</a:t>
            </a:r>
            <a:r>
              <a:rPr lang="en-US" dirty="0"/>
              <a:t>.</a:t>
            </a:r>
          </a:p>
          <a:p>
            <a:r>
              <a:rPr lang="en-US" dirty="0" err="1"/>
              <a:t>Desenarea</a:t>
            </a:r>
            <a:r>
              <a:rPr lang="en-US" dirty="0"/>
              <a:t> </a:t>
            </a:r>
            <a:r>
              <a:rPr lang="en-US" dirty="0" err="1"/>
              <a:t>formelor</a:t>
            </a:r>
            <a:r>
              <a:rPr lang="en-US" dirty="0"/>
              <a:t> </a:t>
            </a:r>
            <a:r>
              <a:rPr lang="en-US" dirty="0" err="1"/>
              <a:t>geometrice</a:t>
            </a:r>
            <a:r>
              <a:rPr lang="en-US" dirty="0"/>
              <a:t> simple: </a:t>
            </a:r>
            <a:r>
              <a:rPr lang="en-US" dirty="0" err="1"/>
              <a:t>linii</a:t>
            </a:r>
            <a:r>
              <a:rPr lang="en-US" dirty="0"/>
              <a:t>, </a:t>
            </a:r>
            <a:r>
              <a:rPr lang="en-US" dirty="0" err="1"/>
              <a:t>pătrate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pătrate</a:t>
            </a:r>
            <a:r>
              <a:rPr lang="en-US" dirty="0"/>
              <a:t> </a:t>
            </a:r>
            <a:r>
              <a:rPr lang="en-US" dirty="0" err="1"/>
              <a:t>umplute</a:t>
            </a:r>
            <a:r>
              <a:rPr lang="en-US" dirty="0"/>
              <a:t>.</a:t>
            </a:r>
          </a:p>
          <a:p>
            <a:r>
              <a:rPr lang="en-US" dirty="0" err="1"/>
              <a:t>Gestionarea</a:t>
            </a:r>
            <a:r>
              <a:rPr lang="en-US" dirty="0"/>
              <a:t> </a:t>
            </a:r>
            <a:r>
              <a:rPr lang="en-US" dirty="0" err="1"/>
              <a:t>coordonatelor</a:t>
            </a:r>
            <a:r>
              <a:rPr lang="en-US" dirty="0"/>
              <a:t>, </a:t>
            </a:r>
            <a:r>
              <a:rPr lang="en-US" dirty="0" err="1"/>
              <a:t>culorilor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dimensiunilor</a:t>
            </a:r>
            <a:r>
              <a:rPr lang="en-US" dirty="0"/>
              <a:t> </a:t>
            </a:r>
            <a:r>
              <a:rPr lang="en-US" dirty="0" err="1"/>
              <a:t>introduse</a:t>
            </a:r>
            <a:r>
              <a:rPr lang="en-US" dirty="0"/>
              <a:t> de </a:t>
            </a:r>
            <a:r>
              <a:rPr lang="en-US" dirty="0" err="1"/>
              <a:t>utilizator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Scopul</a:t>
            </a:r>
            <a:r>
              <a:rPr lang="en-US" dirty="0"/>
              <a:t> principal a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învățarea</a:t>
            </a:r>
            <a:r>
              <a:rPr lang="en-US" dirty="0"/>
              <a:t> </a:t>
            </a:r>
            <a:r>
              <a:rPr lang="en-US" dirty="0" err="1"/>
              <a:t>modului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care se pot </a:t>
            </a:r>
            <a:r>
              <a:rPr lang="en-US" dirty="0" err="1"/>
              <a:t>afișa</a:t>
            </a:r>
            <a:r>
              <a:rPr lang="en-US" dirty="0"/>
              <a:t> </a:t>
            </a:r>
            <a:r>
              <a:rPr lang="en-US" dirty="0" err="1"/>
              <a:t>grafice</a:t>
            </a:r>
            <a:r>
              <a:rPr lang="en-US" dirty="0"/>
              <a:t>   direct, </a:t>
            </a:r>
            <a:r>
              <a:rPr lang="en-US" dirty="0" err="1"/>
              <a:t>fără</a:t>
            </a:r>
            <a:r>
              <a:rPr lang="en-US" dirty="0"/>
              <a:t> </a:t>
            </a:r>
            <a:r>
              <a:rPr lang="en-US" dirty="0" err="1"/>
              <a:t>ajutorul</a:t>
            </a:r>
            <a:r>
              <a:rPr lang="en-US" dirty="0"/>
              <a:t> </a:t>
            </a:r>
            <a:r>
              <a:rPr lang="en-US" dirty="0" err="1"/>
              <a:t>bibliotecilor</a:t>
            </a:r>
            <a:r>
              <a:rPr lang="en-US" dirty="0"/>
              <a:t> externe.</a:t>
            </a:r>
            <a:br>
              <a:rPr lang="en-US" dirty="0"/>
            </a:br>
            <a:r>
              <a:rPr lang="en-US" dirty="0"/>
              <a:t>Am </a:t>
            </a:r>
            <a:r>
              <a:rPr lang="en-US" dirty="0" err="1"/>
              <a:t>folosit</a:t>
            </a:r>
            <a:r>
              <a:rPr lang="en-US" dirty="0"/>
              <a:t> </a:t>
            </a:r>
            <a:r>
              <a:rPr lang="en-US" dirty="0" err="1"/>
              <a:t>întreruperi</a:t>
            </a:r>
            <a:r>
              <a:rPr lang="en-US" dirty="0"/>
              <a:t> video BIOS, </a:t>
            </a:r>
            <a:r>
              <a:rPr lang="en-US" dirty="0" err="1"/>
              <a:t>lucru</a:t>
            </a:r>
            <a:r>
              <a:rPr lang="en-US" dirty="0"/>
              <a:t> care m-a </a:t>
            </a:r>
            <a:r>
              <a:rPr lang="en-US" dirty="0" err="1"/>
              <a:t>ajutat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înțeleg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bine cum </a:t>
            </a:r>
            <a:r>
              <a:rPr lang="en-US" dirty="0" err="1"/>
              <a:t>comunică</a:t>
            </a:r>
            <a:r>
              <a:rPr lang="en-US" dirty="0"/>
              <a:t> </a:t>
            </a:r>
            <a:r>
              <a:rPr lang="en-US" dirty="0" err="1"/>
              <a:t>procesorul</a:t>
            </a:r>
            <a:r>
              <a:rPr lang="en-US" dirty="0"/>
              <a:t> cu </a:t>
            </a:r>
            <a:r>
              <a:rPr lang="en-US" dirty="0" err="1"/>
              <a:t>ecranul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Practic</a:t>
            </a:r>
            <a:r>
              <a:rPr lang="en-US" dirty="0"/>
              <a:t>, tot </a:t>
            </a:r>
            <a:r>
              <a:rPr lang="en-US" dirty="0" err="1"/>
              <a:t>ce</a:t>
            </a:r>
            <a:r>
              <a:rPr lang="en-US" dirty="0"/>
              <a:t> se </a:t>
            </a:r>
            <a:r>
              <a:rPr lang="en-US" dirty="0" err="1"/>
              <a:t>vede</a:t>
            </a:r>
            <a:r>
              <a:rPr lang="en-US" dirty="0"/>
              <a:t> pe </a:t>
            </a:r>
            <a:r>
              <a:rPr lang="en-US" dirty="0" err="1"/>
              <a:t>ecran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rezultat</a:t>
            </a:r>
            <a:r>
              <a:rPr lang="en-US" dirty="0"/>
              <a:t> al </a:t>
            </a:r>
            <a:r>
              <a:rPr lang="en-US" dirty="0" err="1"/>
              <a:t>operațiilor</a:t>
            </a:r>
            <a:r>
              <a:rPr lang="en-US" dirty="0"/>
              <a:t> </a:t>
            </a:r>
            <a:r>
              <a:rPr lang="en-US" dirty="0" err="1"/>
              <a:t>directe</a:t>
            </a:r>
            <a:r>
              <a:rPr lang="en-US" dirty="0"/>
              <a:t> </a:t>
            </a:r>
            <a:r>
              <a:rPr lang="en-US" dirty="0" err="1"/>
              <a:t>asupra</a:t>
            </a:r>
            <a:r>
              <a:rPr lang="en-US" dirty="0"/>
              <a:t> </a:t>
            </a:r>
            <a:r>
              <a:rPr lang="en-US" dirty="0" err="1"/>
              <a:t>memoriei</a:t>
            </a:r>
            <a:r>
              <a:rPr lang="en-US" dirty="0"/>
              <a:t> video.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8980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0F4E7739-59A7-D3AC-A460-33A621F3B7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540774"/>
            <a:ext cx="10820400" cy="57027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5800" b="1" dirty="0"/>
              <a:t>Cum </a:t>
            </a:r>
            <a:r>
              <a:rPr lang="en-US" sz="5800" b="1" dirty="0" err="1"/>
              <a:t>funcționează</a:t>
            </a:r>
            <a:r>
              <a:rPr lang="en-US" sz="5800" b="1" dirty="0"/>
              <a:t> </a:t>
            </a:r>
            <a:r>
              <a:rPr lang="en-US" sz="5800" b="1" dirty="0" err="1"/>
              <a:t>aplicația</a:t>
            </a:r>
            <a:endParaRPr lang="en-US" sz="5800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err="1"/>
              <a:t>Descriere</a:t>
            </a:r>
            <a:r>
              <a:rPr lang="en-US" b="1" dirty="0"/>
              <a:t> </a:t>
            </a:r>
            <a:r>
              <a:rPr lang="en-US" b="1" dirty="0" err="1"/>
              <a:t>generală</a:t>
            </a:r>
            <a:r>
              <a:rPr lang="en-US" b="1" dirty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Programul</a:t>
            </a:r>
            <a:r>
              <a:rPr lang="en-US" dirty="0"/>
              <a:t> </a:t>
            </a:r>
            <a:r>
              <a:rPr lang="en-US" dirty="0" err="1"/>
              <a:t>pornește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i="1" dirty="0"/>
              <a:t>mod </a:t>
            </a:r>
            <a:r>
              <a:rPr lang="en-US" i="1" dirty="0" err="1"/>
              <a:t>grafic</a:t>
            </a:r>
            <a:r>
              <a:rPr lang="en-US" i="1" dirty="0"/>
              <a:t> 13h</a:t>
            </a:r>
            <a:r>
              <a:rPr lang="en-US" dirty="0"/>
              <a:t> (320x200 </a:t>
            </a:r>
            <a:r>
              <a:rPr lang="en-US" dirty="0" err="1"/>
              <a:t>pixeli</a:t>
            </a:r>
            <a:r>
              <a:rPr lang="en-US" dirty="0"/>
              <a:t>, 256 </a:t>
            </a:r>
            <a:r>
              <a:rPr lang="en-US" dirty="0" err="1"/>
              <a:t>culori</a:t>
            </a:r>
            <a:r>
              <a:rPr lang="en-US" dirty="0"/>
              <a:t>).</a:t>
            </a:r>
          </a:p>
          <a:p>
            <a:pPr marL="0" indent="0">
              <a:buNone/>
            </a:pPr>
            <a:r>
              <a:rPr lang="en-US" dirty="0"/>
              <a:t>Se </a:t>
            </a:r>
            <a:r>
              <a:rPr lang="en-US" dirty="0" err="1"/>
              <a:t>afișează</a:t>
            </a:r>
            <a:r>
              <a:rPr lang="en-US" dirty="0"/>
              <a:t> un </a:t>
            </a:r>
            <a:r>
              <a:rPr lang="en-US" dirty="0" err="1"/>
              <a:t>meniu</a:t>
            </a:r>
            <a:r>
              <a:rPr lang="en-US" dirty="0"/>
              <a:t> cu </a:t>
            </a:r>
            <a:r>
              <a:rPr lang="en-US" dirty="0" err="1"/>
              <a:t>opțiuni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 	Linie</a:t>
            </a:r>
            <a:br>
              <a:rPr lang="en-US" dirty="0"/>
            </a:br>
            <a:r>
              <a:rPr lang="en-US" dirty="0"/>
              <a:t> 	</a:t>
            </a:r>
            <a:r>
              <a:rPr lang="en-US" dirty="0" err="1"/>
              <a:t>Pătrat</a:t>
            </a:r>
            <a:br>
              <a:rPr lang="en-US" dirty="0"/>
            </a:br>
            <a:r>
              <a:rPr lang="en-US" dirty="0"/>
              <a:t> 	</a:t>
            </a:r>
            <a:r>
              <a:rPr lang="en-US" dirty="0" err="1"/>
              <a:t>Pătrat</a:t>
            </a:r>
            <a:r>
              <a:rPr lang="en-US" dirty="0"/>
              <a:t> </a:t>
            </a:r>
            <a:r>
              <a:rPr lang="en-US" dirty="0" err="1"/>
              <a:t>umplut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Utilizatorul</a:t>
            </a:r>
            <a:r>
              <a:rPr lang="en-US" dirty="0"/>
              <a:t> introduce:</a:t>
            </a:r>
          </a:p>
          <a:p>
            <a:pPr marL="457200" lvl="1" indent="0">
              <a:buNone/>
            </a:pPr>
            <a:r>
              <a:rPr lang="en-US" dirty="0" err="1"/>
              <a:t>coordonatele</a:t>
            </a:r>
            <a:r>
              <a:rPr lang="en-US" dirty="0"/>
              <a:t> de start (X, Y)</a:t>
            </a:r>
          </a:p>
          <a:p>
            <a:pPr marL="457200" lvl="1" indent="0">
              <a:buNone/>
            </a:pPr>
            <a:r>
              <a:rPr lang="en-US" dirty="0" err="1"/>
              <a:t>dimensiunea</a:t>
            </a:r>
            <a:endParaRPr lang="en-US" dirty="0"/>
          </a:p>
          <a:p>
            <a:pPr marL="457200" lvl="1" indent="0">
              <a:buNone/>
            </a:pPr>
            <a:r>
              <a:rPr lang="en-US" dirty="0" err="1"/>
              <a:t>culoarea</a:t>
            </a:r>
            <a:r>
              <a:rPr lang="en-US" dirty="0"/>
              <a:t> </a:t>
            </a:r>
            <a:r>
              <a:rPr lang="en-US" dirty="0" err="1"/>
              <a:t>dorită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5431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D16CE89E-4AD8-72F8-C35E-23D4BB9AE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73480"/>
            <a:ext cx="11170920" cy="5045205"/>
          </a:xfrm>
        </p:spPr>
        <p:txBody>
          <a:bodyPr/>
          <a:lstStyle/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Forma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desenată</a:t>
            </a:r>
            <a:r>
              <a:rPr lang="en-US" dirty="0"/>
              <a:t> pixel cu pixel </a:t>
            </a:r>
            <a:r>
              <a:rPr lang="en-US" dirty="0" err="1"/>
              <a:t>folosind</a:t>
            </a:r>
            <a:r>
              <a:rPr lang="en-US" dirty="0"/>
              <a:t> INT 10h / AH=0Ch.</a:t>
            </a:r>
          </a:p>
          <a:p>
            <a:pPr marL="0" indent="0">
              <a:buNone/>
            </a:pPr>
            <a:r>
              <a:rPr lang="en-US" dirty="0" err="1"/>
              <a:t>Programul</a:t>
            </a:r>
            <a:r>
              <a:rPr lang="en-US" dirty="0"/>
              <a:t> </a:t>
            </a:r>
            <a:r>
              <a:rPr lang="en-US" dirty="0" err="1"/>
              <a:t>funcționează</a:t>
            </a:r>
            <a:r>
              <a:rPr lang="en-US" dirty="0"/>
              <a:t> </a:t>
            </a:r>
            <a:r>
              <a:rPr lang="en-US" dirty="0" err="1"/>
              <a:t>într</a:t>
            </a:r>
            <a:r>
              <a:rPr lang="en-US" dirty="0"/>
              <a:t>-un mod </a:t>
            </a:r>
            <a:r>
              <a:rPr lang="en-US" dirty="0" err="1"/>
              <a:t>grafic</a:t>
            </a:r>
            <a:r>
              <a:rPr lang="en-US" dirty="0"/>
              <a:t> </a:t>
            </a:r>
            <a:r>
              <a:rPr lang="en-US" dirty="0" err="1"/>
              <a:t>simplu</a:t>
            </a:r>
            <a:r>
              <a:rPr lang="en-US" dirty="0"/>
              <a:t>, 320x200 </a:t>
            </a:r>
            <a:r>
              <a:rPr lang="en-US" dirty="0" err="1"/>
              <a:t>pixeli</a:t>
            </a:r>
            <a:r>
              <a:rPr lang="en-US" dirty="0"/>
              <a:t>,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pixel are o </a:t>
            </a:r>
            <a:r>
              <a:rPr lang="en-US" dirty="0" err="1"/>
              <a:t>valoare</a:t>
            </a:r>
            <a:r>
              <a:rPr lang="en-US" dirty="0"/>
              <a:t> de </a:t>
            </a:r>
            <a:r>
              <a:rPr lang="en-US" dirty="0" err="1"/>
              <a:t>culoare</a:t>
            </a:r>
            <a:r>
              <a:rPr lang="en-US" dirty="0"/>
              <a:t> </a:t>
            </a:r>
            <a:r>
              <a:rPr lang="en-US" dirty="0" err="1"/>
              <a:t>între</a:t>
            </a:r>
            <a:r>
              <a:rPr lang="en-US" dirty="0"/>
              <a:t> 0 </a:t>
            </a:r>
            <a:r>
              <a:rPr lang="en-US" dirty="0" err="1"/>
              <a:t>și</a:t>
            </a:r>
            <a:r>
              <a:rPr lang="en-US" dirty="0"/>
              <a:t> 255.</a:t>
            </a:r>
            <a:br>
              <a:rPr lang="en-US" dirty="0"/>
            </a:b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formă</a:t>
            </a:r>
            <a:r>
              <a:rPr lang="en-US" dirty="0"/>
              <a:t> se </a:t>
            </a:r>
            <a:r>
              <a:rPr lang="en-US" dirty="0" err="1"/>
              <a:t>desenează</a:t>
            </a:r>
            <a:r>
              <a:rPr lang="en-US" dirty="0"/>
              <a:t> </a:t>
            </a:r>
            <a:r>
              <a:rPr lang="en-US" dirty="0" err="1"/>
              <a:t>printr</a:t>
            </a:r>
            <a:r>
              <a:rPr lang="en-US" dirty="0"/>
              <a:t>-un </a:t>
            </a:r>
            <a:r>
              <a:rPr lang="en-US" dirty="0" err="1"/>
              <a:t>apel</a:t>
            </a:r>
            <a:r>
              <a:rPr lang="en-US" dirty="0"/>
              <a:t> la o </a:t>
            </a:r>
            <a:r>
              <a:rPr lang="en-US" dirty="0" err="1"/>
              <a:t>întrerupere</a:t>
            </a:r>
            <a:r>
              <a:rPr lang="en-US" dirty="0"/>
              <a:t> video, care </a:t>
            </a:r>
            <a:r>
              <a:rPr lang="en-US" dirty="0" err="1"/>
              <a:t>colorează</a:t>
            </a:r>
            <a:r>
              <a:rPr lang="en-US" dirty="0"/>
              <a:t> un </a:t>
            </a:r>
            <a:r>
              <a:rPr lang="en-US" dirty="0" err="1"/>
              <a:t>singur</a:t>
            </a:r>
            <a:r>
              <a:rPr lang="en-US" dirty="0"/>
              <a:t> pixel.</a:t>
            </a:r>
            <a:br>
              <a:rPr lang="en-US" dirty="0"/>
            </a:b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desena</a:t>
            </a:r>
            <a:r>
              <a:rPr lang="en-US" dirty="0"/>
              <a:t> o </a:t>
            </a:r>
            <a:r>
              <a:rPr lang="en-US" dirty="0" err="1"/>
              <a:t>linie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un </a:t>
            </a:r>
            <a:r>
              <a:rPr lang="en-US" dirty="0" err="1"/>
              <a:t>pătrat</a:t>
            </a:r>
            <a:r>
              <a:rPr lang="en-US" dirty="0"/>
              <a:t>, </a:t>
            </a:r>
            <a:r>
              <a:rPr lang="en-US" dirty="0" err="1"/>
              <a:t>programul</a:t>
            </a:r>
            <a:r>
              <a:rPr lang="en-US" dirty="0"/>
              <a:t> </a:t>
            </a:r>
            <a:r>
              <a:rPr lang="en-US" dirty="0" err="1"/>
              <a:t>repetă</a:t>
            </a:r>
            <a:r>
              <a:rPr lang="en-US" dirty="0"/>
              <a:t> 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apeluri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buclă</a:t>
            </a:r>
            <a:r>
              <a:rPr lang="en-US" dirty="0"/>
              <a:t>, </a:t>
            </a:r>
            <a:r>
              <a:rPr lang="en-US" dirty="0" err="1"/>
              <a:t>calculând</a:t>
            </a:r>
            <a:r>
              <a:rPr lang="en-US" dirty="0"/>
              <a:t> </a:t>
            </a:r>
            <a:r>
              <a:rPr lang="en-US" dirty="0" err="1"/>
              <a:t>pozițiile</a:t>
            </a:r>
            <a:r>
              <a:rPr lang="en-US" dirty="0"/>
              <a:t> </a:t>
            </a:r>
            <a:r>
              <a:rPr lang="en-US" dirty="0" err="1"/>
              <a:t>corecte</a:t>
            </a:r>
            <a:r>
              <a:rPr lang="en-US" dirty="0"/>
              <a:t> ale </a:t>
            </a:r>
            <a:r>
              <a:rPr lang="en-US" dirty="0" err="1"/>
              <a:t>pixelilor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Totul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controlat</a:t>
            </a:r>
            <a:r>
              <a:rPr lang="en-US" dirty="0"/>
              <a:t> de </a:t>
            </a:r>
            <a:r>
              <a:rPr lang="en-US" dirty="0" err="1"/>
              <a:t>utilizator</a:t>
            </a:r>
            <a:r>
              <a:rPr lang="en-US" dirty="0"/>
              <a:t> </a:t>
            </a:r>
            <a:r>
              <a:rPr lang="en-US" dirty="0" err="1"/>
              <a:t>printr</a:t>
            </a:r>
            <a:r>
              <a:rPr lang="en-US" dirty="0"/>
              <a:t>-un </a:t>
            </a:r>
            <a:r>
              <a:rPr lang="en-US" dirty="0" err="1"/>
              <a:t>meniu</a:t>
            </a:r>
            <a:r>
              <a:rPr lang="en-US" dirty="0"/>
              <a:t> text.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521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7C74F9ED-19E3-58EF-303A-A5CC63A9A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040" y="670559"/>
            <a:ext cx="11551920" cy="58423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b="1" dirty="0" err="1"/>
              <a:t>Structura</a:t>
            </a:r>
            <a:r>
              <a:rPr lang="en-US" sz="4800" b="1" dirty="0"/>
              <a:t> </a:t>
            </a:r>
            <a:r>
              <a:rPr lang="en-US" sz="4800" b="1" dirty="0" err="1"/>
              <a:t>și</a:t>
            </a:r>
            <a:r>
              <a:rPr lang="en-US" sz="4800" b="1" dirty="0"/>
              <a:t> </a:t>
            </a:r>
            <a:r>
              <a:rPr lang="en-US" sz="4800" b="1" dirty="0" err="1"/>
              <a:t>organizarea</a:t>
            </a:r>
            <a:r>
              <a:rPr lang="en-US" sz="4800" b="1" dirty="0"/>
              <a:t> </a:t>
            </a:r>
            <a:r>
              <a:rPr lang="en-US" sz="4800" b="1" dirty="0" err="1"/>
              <a:t>codului</a:t>
            </a:r>
            <a:endParaRPr lang="en-US" sz="48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dirty="0"/>
              <a:t>Am </a:t>
            </a:r>
            <a:r>
              <a:rPr lang="en-US" dirty="0" err="1"/>
              <a:t>organizat</a:t>
            </a:r>
            <a:r>
              <a:rPr lang="en-US" dirty="0"/>
              <a:t> </a:t>
            </a:r>
            <a:r>
              <a:rPr lang="en-US" dirty="0" err="1"/>
              <a:t>proiectul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fișiere</a:t>
            </a:r>
            <a:r>
              <a:rPr lang="en-US" dirty="0"/>
              <a:t> separate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păstra</a:t>
            </a:r>
            <a:r>
              <a:rPr lang="en-US" dirty="0"/>
              <a:t> </a:t>
            </a:r>
            <a:r>
              <a:rPr lang="en-US" dirty="0" err="1"/>
              <a:t>claritatea</a:t>
            </a:r>
            <a:r>
              <a:rPr lang="en-US" dirty="0"/>
              <a:t> </a:t>
            </a:r>
            <a:r>
              <a:rPr lang="en-US" dirty="0" err="1"/>
              <a:t>codului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MAIN.ASM – </a:t>
            </a:r>
            <a:r>
              <a:rPr lang="en-US" sz="2400" dirty="0" err="1"/>
              <a:t>programul</a:t>
            </a:r>
            <a:r>
              <a:rPr lang="en-US" sz="2400" dirty="0"/>
              <a:t> principal, </a:t>
            </a:r>
            <a:r>
              <a:rPr lang="en-US" sz="2400" dirty="0" err="1"/>
              <a:t>meniurile</a:t>
            </a:r>
            <a:r>
              <a:rPr lang="en-US" sz="2400" dirty="0"/>
              <a:t> </a:t>
            </a:r>
            <a:r>
              <a:rPr lang="en-US" sz="2400" dirty="0" err="1"/>
              <a:t>și</a:t>
            </a:r>
            <a:r>
              <a:rPr lang="en-US" sz="2400" dirty="0"/>
              <a:t> </a:t>
            </a:r>
            <a:r>
              <a:rPr lang="en-US" sz="2400" dirty="0" err="1"/>
              <a:t>logica</a:t>
            </a:r>
            <a:r>
              <a:rPr lang="en-US" sz="2400" dirty="0"/>
              <a:t> </a:t>
            </a:r>
            <a:r>
              <a:rPr lang="en-US" sz="2400" dirty="0" err="1"/>
              <a:t>generală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dirty="0"/>
              <a:t>DATA.ASM – </a:t>
            </a:r>
            <a:r>
              <a:rPr lang="en-US" sz="2400" dirty="0" err="1"/>
              <a:t>constante</a:t>
            </a:r>
            <a:r>
              <a:rPr lang="en-US" sz="2400" dirty="0"/>
              <a:t>, </a:t>
            </a:r>
            <a:r>
              <a:rPr lang="en-US" sz="2400" dirty="0" err="1"/>
              <a:t>variabile</a:t>
            </a:r>
            <a:r>
              <a:rPr lang="en-US" sz="2400" dirty="0"/>
              <a:t> </a:t>
            </a:r>
            <a:r>
              <a:rPr lang="en-US" sz="2400" dirty="0" err="1"/>
              <a:t>și</a:t>
            </a:r>
            <a:r>
              <a:rPr lang="en-US" sz="2400" dirty="0"/>
              <a:t> </a:t>
            </a:r>
            <a:r>
              <a:rPr lang="en-US" sz="2400" dirty="0" err="1"/>
              <a:t>mesaje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dirty="0"/>
              <a:t>IO.ASM – </a:t>
            </a:r>
            <a:r>
              <a:rPr lang="en-US" sz="2400" dirty="0" err="1"/>
              <a:t>funcții</a:t>
            </a:r>
            <a:r>
              <a:rPr lang="en-US" sz="2400" dirty="0"/>
              <a:t> </a:t>
            </a:r>
            <a:r>
              <a:rPr lang="en-US" sz="2400" dirty="0" err="1"/>
              <a:t>pentru</a:t>
            </a:r>
            <a:r>
              <a:rPr lang="en-US" sz="2400" dirty="0"/>
              <a:t> </a:t>
            </a:r>
            <a:r>
              <a:rPr lang="en-US" sz="2400" dirty="0" err="1"/>
              <a:t>citire</a:t>
            </a:r>
            <a:r>
              <a:rPr lang="en-US" sz="2400" dirty="0"/>
              <a:t> </a:t>
            </a:r>
            <a:r>
              <a:rPr lang="en-US" sz="2400" dirty="0" err="1"/>
              <a:t>și</a:t>
            </a:r>
            <a:r>
              <a:rPr lang="en-US" sz="2400" dirty="0"/>
              <a:t> </a:t>
            </a:r>
            <a:r>
              <a:rPr lang="en-US" sz="2400" dirty="0" err="1"/>
              <a:t>afișare</a:t>
            </a:r>
            <a:r>
              <a:rPr lang="en-US" sz="2400" dirty="0"/>
              <a:t> text.</a:t>
            </a:r>
          </a:p>
          <a:p>
            <a:pPr marL="0" indent="0">
              <a:buNone/>
            </a:pPr>
            <a:r>
              <a:rPr lang="en-US" sz="2400" dirty="0"/>
              <a:t>INP.ASM – </a:t>
            </a:r>
            <a:r>
              <a:rPr lang="en-US" sz="2400" dirty="0" err="1"/>
              <a:t>conversii</a:t>
            </a:r>
            <a:r>
              <a:rPr lang="en-US" sz="2400" dirty="0"/>
              <a:t> </a:t>
            </a:r>
            <a:r>
              <a:rPr lang="en-US" sz="2400" dirty="0" err="1"/>
              <a:t>și</a:t>
            </a:r>
            <a:r>
              <a:rPr lang="en-US" sz="2400" dirty="0"/>
              <a:t> </a:t>
            </a:r>
            <a:r>
              <a:rPr lang="en-US" sz="2400" dirty="0" err="1"/>
              <a:t>validare</a:t>
            </a:r>
            <a:r>
              <a:rPr lang="en-US" sz="2400" dirty="0"/>
              <a:t> input numeric.</a:t>
            </a:r>
          </a:p>
          <a:p>
            <a:pPr marL="0" indent="0">
              <a:buNone/>
            </a:pPr>
            <a:r>
              <a:rPr lang="en-US" sz="2400" dirty="0"/>
              <a:t>DRAWS.ASM – </a:t>
            </a:r>
            <a:r>
              <a:rPr lang="en-US" sz="2400" dirty="0" err="1"/>
              <a:t>desenarea</a:t>
            </a:r>
            <a:r>
              <a:rPr lang="en-US" sz="2400" dirty="0"/>
              <a:t> </a:t>
            </a:r>
            <a:r>
              <a:rPr lang="en-US" sz="2400" dirty="0" err="1"/>
              <a:t>pătratelor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dirty="0"/>
              <a:t>DRAWL.ASM – </a:t>
            </a:r>
            <a:r>
              <a:rPr lang="en-US" sz="2400" dirty="0" err="1"/>
              <a:t>desenarea</a:t>
            </a:r>
            <a:r>
              <a:rPr lang="en-US" sz="2400" dirty="0"/>
              <a:t> </a:t>
            </a:r>
            <a:r>
              <a:rPr lang="en-US" sz="2400" dirty="0" err="1"/>
              <a:t>liniilor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dirty="0"/>
              <a:t>MENU.ASM – </a:t>
            </a:r>
            <a:r>
              <a:rPr lang="en-US" sz="2400" dirty="0" err="1"/>
              <a:t>interfața</a:t>
            </a:r>
            <a:r>
              <a:rPr lang="en-US" sz="2400" dirty="0"/>
              <a:t> </a:t>
            </a:r>
            <a:r>
              <a:rPr lang="en-US" sz="2400" dirty="0" err="1"/>
              <a:t>utilizatorului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69119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Urmă vapori">
  <a:themeElements>
    <a:clrScheme name="Urmă vapori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Urmă vapori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rmă vapori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TM04033937[[fn=Urmă vapori]]</Template>
  <TotalTime>35</TotalTime>
  <Words>369</Words>
  <Application>Microsoft Office PowerPoint</Application>
  <PresentationFormat>Widescreen</PresentationFormat>
  <Paragraphs>37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Century Gothic</vt:lpstr>
      <vt:lpstr>Urmă vapori</vt:lpstr>
      <vt:lpstr>2D Drawing Program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Delia Nitu</dc:creator>
  <cp:lastModifiedBy>Milchis Catalin</cp:lastModifiedBy>
  <cp:revision>2</cp:revision>
  <dcterms:created xsi:type="dcterms:W3CDTF">2025-11-04T13:44:43Z</dcterms:created>
  <dcterms:modified xsi:type="dcterms:W3CDTF">2025-11-04T15:24:52Z</dcterms:modified>
</cp:coreProperties>
</file>